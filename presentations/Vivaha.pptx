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80" r:id="rId2"/>
    <p:sldId id="279" r:id="rId3"/>
    <p:sldId id="26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F017A3-D406-408F-9CB6-B09E3778C95A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D49855-238A-44BC-A885-51862D9DA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2685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98BF377E-36B3-4C2E-9967-CD6407BF1C5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58B96623-81FF-4590-8C07-868AE1A4CE3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2458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377E-36B3-4C2E-9967-CD6407BF1C5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96623-81FF-4590-8C07-868AE1A4C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407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377E-36B3-4C2E-9967-CD6407BF1C5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96623-81FF-4590-8C07-868AE1A4CE36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0316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377E-36B3-4C2E-9967-CD6407BF1C5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96623-81FF-4590-8C07-868AE1A4C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211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377E-36B3-4C2E-9967-CD6407BF1C5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96623-81FF-4590-8C07-868AE1A4CE36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0724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377E-36B3-4C2E-9967-CD6407BF1C5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96623-81FF-4590-8C07-868AE1A4CE36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9421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377E-36B3-4C2E-9967-CD6407BF1C5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96623-81FF-4590-8C07-868AE1A4C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700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377E-36B3-4C2E-9967-CD6407BF1C5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96623-81FF-4590-8C07-868AE1A4CE36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1471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377E-36B3-4C2E-9967-CD6407BF1C5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96623-81FF-4590-8C07-868AE1A4C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8090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377E-36B3-4C2E-9967-CD6407BF1C5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96623-81FF-4590-8C07-868AE1A4C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294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377E-36B3-4C2E-9967-CD6407BF1C5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96623-81FF-4590-8C07-868AE1A4CE3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73487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377E-36B3-4C2E-9967-CD6407BF1C5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96623-81FF-4590-8C07-868AE1A4CE36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1282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377E-36B3-4C2E-9967-CD6407BF1C5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96623-81FF-4590-8C07-868AE1A4C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9779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377E-36B3-4C2E-9967-CD6407BF1C5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96623-81FF-4590-8C07-868AE1A4CE36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14292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377E-36B3-4C2E-9967-CD6407BF1C5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96623-81FF-4590-8C07-868AE1A4CE3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32318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377E-36B3-4C2E-9967-CD6407BF1C5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96623-81FF-4590-8C07-868AE1A4CE36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24676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377E-36B3-4C2E-9967-CD6407BF1C5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96623-81FF-4590-8C07-868AE1A4CE36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6267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8BF377E-36B3-4C2E-9967-CD6407BF1C5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8B96623-81FF-4590-8C07-868AE1A4C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0398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3DDFD-9512-B00C-53AB-6FEA2D4B08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2366572"/>
          </a:xfrm>
        </p:spPr>
        <p:txBody>
          <a:bodyPr/>
          <a:lstStyle/>
          <a:p>
            <a:r>
              <a:rPr lang="en-US" sz="4400" dirty="0" err="1"/>
              <a:t>Wedcircle</a:t>
            </a:r>
            <a:r>
              <a:rPr lang="en-US" sz="4400" dirty="0"/>
              <a:t>: Bridging the Gap in Affordable Wedding Planning Services.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3837107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roblem statement canvas for startups and innovation teams | DE Toolbox">
            <a:extLst>
              <a:ext uri="{FF2B5EF4-FFF2-40B4-BE49-F238E27FC236}">
                <a16:creationId xmlns:a16="http://schemas.microsoft.com/office/drawing/2014/main" id="{2DBCC1BC-0977-526A-D27B-4E7DB5D98F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80" b="-2"/>
          <a:stretch/>
        </p:blipFill>
        <p:spPr bwMode="auto">
          <a:xfrm>
            <a:off x="501665" y="502149"/>
            <a:ext cx="11212135" cy="5869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52E3AD0A-D700-AB71-3C9E-893F4E7B9A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65" y="2075250"/>
            <a:ext cx="394251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BA0A82-5D3B-6ACF-7D57-FAF24F7A2D4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58761" y="1399855"/>
            <a:ext cx="3785418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Indian weddings involve 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ceremonies and vendors.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Planning requires 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coordination, scheduling, and budget control.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planners largely serve 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high-budget weddings.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Many middle-income families plan weddings 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without professional support.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9626E9-A5AA-D8A1-77C2-1910ED55B6D3}"/>
              </a:ext>
            </a:extLst>
          </p:cNvPr>
          <p:cNvSpPr txBox="1"/>
          <p:nvPr/>
        </p:nvSpPr>
        <p:spPr>
          <a:xfrm>
            <a:off x="4522837" y="1507576"/>
            <a:ext cx="378541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Wedding planners are financially inaccessible to many families.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affordable, structured execution support.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Heavy reliance on informal family coordination.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A9E96A1-848A-40AD-5089-B41549E3483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386914" y="1507577"/>
            <a:ext cx="3146325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Self-coordination by family members.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Fragmented vendor management without central control.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Informal communication channels (calls, messaging apps).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Occasional reliance on local decorators or coordinators.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1881769E-355B-E266-470F-794E81C86F5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58761" y="4359702"/>
            <a:ext cx="3466852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Middle-income families organizing weddings on limited budgets.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Primary decision-makers (parents of bride and groom).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Families without access to professional wedding planners.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04CCC044-8011-6A54-C806-D67080BB5B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4179" y="4036536"/>
            <a:ext cx="421804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Persistent planning-related stress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Anxiety due to lack of control during execution</a:t>
            </a: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Emotional burden of social expectations and responsibilities</a:t>
            </a:r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E525346E-8018-8649-615D-CF2B2287459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463843" y="5375366"/>
            <a:ext cx="5563445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Event delays and schedule slippages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Cost escalations due to last-minute arrangements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time and effort investment by family members</a:t>
            </a:r>
          </a:p>
        </p:txBody>
      </p:sp>
      <p:sp>
        <p:nvSpPr>
          <p:cNvPr id="19" name="Rectangle 9">
            <a:extLst>
              <a:ext uri="{FF2B5EF4-FFF2-40B4-BE49-F238E27FC236}">
                <a16:creationId xmlns:a16="http://schemas.microsoft.com/office/drawing/2014/main" id="{BBAA0904-506E-78A6-8EDD-4E210733A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6914" y="4287949"/>
            <a:ext cx="3466853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Informal coordination lacks accountability.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Family members are not trained for execution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control mechanism during events.</a:t>
            </a:r>
          </a:p>
        </p:txBody>
      </p:sp>
    </p:spTree>
    <p:extLst>
      <p:ext uri="{BB962C8B-B14F-4D97-AF65-F5344CB8AC3E}">
        <p14:creationId xmlns:p14="http://schemas.microsoft.com/office/powerpoint/2010/main" val="573104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410813"/>
            <a:ext cx="9601196" cy="2899971"/>
          </a:xfrm>
        </p:spPr>
        <p:txBody>
          <a:bodyPr>
            <a:normAutofit/>
          </a:bodyPr>
          <a:lstStyle/>
          <a:p>
            <a:r>
              <a:rPr lang="en-US" dirty="0"/>
              <a:t>How might we help middle-income families plan and execute weddings smoothly by providing affordable and structured coordination support, so they can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</a:t>
            </a:r>
            <a:r>
              <a:rPr lang="en-US" dirty="0"/>
              <a:t> stress, improve execution, and enjoy the celebration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46792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3586</TotalTime>
  <Words>216</Words>
  <Application>Microsoft Office PowerPoint</Application>
  <PresentationFormat>Widescreen</PresentationFormat>
  <Paragraphs>26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Garamond</vt:lpstr>
      <vt:lpstr>Times New Roman</vt:lpstr>
      <vt:lpstr>Organic</vt:lpstr>
      <vt:lpstr>Wedcircle: Bridging the Gap in Affordable Wedding Planning Services.</vt:lpstr>
      <vt:lpstr>PowerPoint Presentation</vt:lpstr>
      <vt:lpstr>Problem Statement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Thinking and Opportunity </dc:title>
  <dc:creator>Windows User</dc:creator>
  <cp:lastModifiedBy>Priyanshi Mehta</cp:lastModifiedBy>
  <cp:revision>44</cp:revision>
  <dcterms:created xsi:type="dcterms:W3CDTF">2020-07-30T08:14:38Z</dcterms:created>
  <dcterms:modified xsi:type="dcterms:W3CDTF">2026-02-18T14:38:55Z</dcterms:modified>
</cp:coreProperties>
</file>