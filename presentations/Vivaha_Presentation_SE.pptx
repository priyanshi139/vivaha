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4114800" cy="4114800"/>
          </a:xfrm>
          <a:prstGeom prst="ellipse">
            <a:avLst/>
          </a:prstGeom>
          <a:solidFill>
            <a:srgbClr val="C8224F">
              <a:alpha val="45000"/>
            </a:srgbClr>
          </a:solidFill>
          <a:ln w="12700">
            <a:solidFill>
              <a:srgbClr val="C8224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840480"/>
            <a:ext cx="2011680" cy="2011680"/>
          </a:xfrm>
          <a:prstGeom prst="ellipse">
            <a:avLst/>
          </a:prstGeom>
          <a:solidFill>
            <a:srgbClr val="BF8C3A">
              <a:alpha val="30000"/>
            </a:srgbClr>
          </a:solidFill>
          <a:ln w="12700">
            <a:solidFill>
              <a:srgbClr val="BF8C3A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F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 श्री गणेशाय नमः  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VIVAHA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Complete Indian Wedding Planning 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371600" cy="45720"/>
          </a:xfrm>
          <a:prstGeom prst="rect">
            <a:avLst/>
          </a:prstGeom>
          <a:solidFill>
            <a:srgbClr val="BF8C3A"/>
          </a:solidFill>
          <a:ln w="12700">
            <a:solidFill>
              <a:srgbClr val="BF8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Vivaha is an all-in-one wedding management app built for Indian weddings. It connects couples, vendors, planners, guests, and admins on a single platform — from the first 'yes' to the last dance.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1691640" cy="822960"/>
          </a:xfrm>
          <a:prstGeom prst="rect">
            <a:avLst/>
          </a:prstGeom>
          <a:solidFill>
            <a:srgbClr val="C8224F">
              <a:alpha val="70000"/>
            </a:srgbClr>
          </a:solidFill>
          <a:ln w="12700">
            <a:solidFill>
              <a:srgbClr val="C8224F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776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💍  Plan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06040" y="3977640"/>
            <a:ext cx="1691640" cy="822960"/>
          </a:xfrm>
          <a:prstGeom prst="rect">
            <a:avLst/>
          </a:prstGeom>
          <a:solidFill>
            <a:srgbClr val="C8224F">
              <a:alpha val="70000"/>
            </a:srgbClr>
          </a:solidFill>
          <a:ln w="12700">
            <a:solidFill>
              <a:srgbClr val="C8224F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39776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Connect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3977640"/>
            <a:ext cx="1691640" cy="822960"/>
          </a:xfrm>
          <a:prstGeom prst="rect">
            <a:avLst/>
          </a:prstGeom>
          <a:solidFill>
            <a:srgbClr val="C8224F">
              <a:alpha val="70000"/>
            </a:srgbClr>
          </a:solidFill>
          <a:ln w="12700">
            <a:solidFill>
              <a:srgbClr val="C8224F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9776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Manage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3977640"/>
            <a:ext cx="1691640" cy="822960"/>
          </a:xfrm>
          <a:prstGeom prst="rect">
            <a:avLst/>
          </a:prstGeom>
          <a:solidFill>
            <a:srgbClr val="C8224F">
              <a:alpha val="70000"/>
            </a:srgbClr>
          </a:solidFill>
          <a:ln w="12700">
            <a:solidFill>
              <a:srgbClr val="C8224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9776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🎊  Celebrate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224F"/>
          </a:solidFill>
          <a:ln w="12700">
            <a:solidFill>
              <a:srgbClr val="C82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822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Vivaha Offers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you need — all under one roof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97480" cy="1554480"/>
          </a:xfrm>
          <a:prstGeom prst="rect">
            <a:avLst/>
          </a:prstGeom>
          <a:solidFill>
            <a:srgbClr val="FBF0F4"/>
          </a:solidFill>
          <a:ln w="12700">
            <a:solidFill>
              <a:srgbClr val="EDCC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527048"/>
            <a:ext cx="438912" cy="438912"/>
          </a:xfrm>
          <a:prstGeom prst="ellipse">
            <a:avLst/>
          </a:prstGeom>
          <a:solidFill>
            <a:srgbClr val="C8224F"/>
          </a:solidFill>
          <a:ln w="12700">
            <a:solidFill>
              <a:srgbClr val="C82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27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5270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0391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countdown with couple name, date, venue &amp; one-tap invite sharing.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2697480" cy="1554480"/>
          </a:xfrm>
          <a:prstGeom prst="rect">
            <a:avLst/>
          </a:prstGeom>
          <a:solidFill>
            <a:srgbClr val="FBF0F4"/>
          </a:solidFill>
          <a:ln w="12700">
            <a:solidFill>
              <a:srgbClr val="EDCC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2152" y="1527048"/>
            <a:ext cx="438912" cy="438912"/>
          </a:xfrm>
          <a:prstGeom prst="ellipse">
            <a:avLst/>
          </a:prstGeom>
          <a:solidFill>
            <a:srgbClr val="C8224F"/>
          </a:solidFill>
          <a:ln w="12700">
            <a:solidFill>
              <a:srgbClr val="C822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1527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15270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Checklist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02152" y="20391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task — pending or done — from mehendi to reception.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2697480" cy="1554480"/>
          </a:xfrm>
          <a:prstGeom prst="rect">
            <a:avLst/>
          </a:prstGeom>
          <a:solidFill>
            <a:srgbClr val="FBF0F4"/>
          </a:solidFill>
          <a:ln w="12700">
            <a:solidFill>
              <a:srgbClr val="EDCC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82512" y="1527048"/>
            <a:ext cx="438912" cy="438912"/>
          </a:xfrm>
          <a:prstGeom prst="ellipse">
            <a:avLst/>
          </a:prstGeom>
          <a:solidFill>
            <a:srgbClr val="C8224F"/>
          </a:solidFill>
          <a:ln w="12700">
            <a:solidFill>
              <a:srgbClr val="C82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1527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🏪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15270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Marketplace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82512" y="20391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compare &amp; book verified photographers, caterers, decorators &amp; more.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2697480" cy="1554480"/>
          </a:xfrm>
          <a:prstGeom prst="rect">
            <a:avLst/>
          </a:prstGeom>
          <a:solidFill>
            <a:srgbClr val="F7F0F3"/>
          </a:solidFill>
          <a:ln w="12700">
            <a:solidFill>
              <a:srgbClr val="ED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3264408"/>
            <a:ext cx="438912" cy="438912"/>
          </a:xfrm>
          <a:prstGeom prst="ellipse">
            <a:avLst/>
          </a:prstGeom>
          <a:solidFill>
            <a:srgbClr val="C8224F"/>
          </a:solidFill>
          <a:ln w="12700">
            <a:solidFill>
              <a:srgbClr val="C822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2644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2644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Wedding Planner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37764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 expert advice on budgets, venues &amp; Indian wedding traditions.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063240"/>
            <a:ext cx="2697480" cy="1554480"/>
          </a:xfrm>
          <a:prstGeom prst="rect">
            <a:avLst/>
          </a:prstGeom>
          <a:solidFill>
            <a:srgbClr val="F7F0F3"/>
          </a:solidFill>
          <a:ln w="12700">
            <a:solidFill>
              <a:srgbClr val="ED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02152" y="3264408"/>
            <a:ext cx="438912" cy="438912"/>
          </a:xfrm>
          <a:prstGeom prst="ellipse">
            <a:avLst/>
          </a:prstGeom>
          <a:solidFill>
            <a:srgbClr val="C8224F"/>
          </a:solidFill>
          <a:ln w="12700">
            <a:solidFill>
              <a:srgbClr val="C822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32644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23360" y="32644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Management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02152" y="37764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digital invites, track RSVPs, share hotel info &amp; arrange cab pickups.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063240"/>
            <a:ext cx="2697480" cy="1554480"/>
          </a:xfrm>
          <a:prstGeom prst="rect">
            <a:avLst/>
          </a:prstGeom>
          <a:solidFill>
            <a:srgbClr val="F7F0F3"/>
          </a:solidFill>
          <a:ln w="12700">
            <a:solidFill>
              <a:srgbClr val="ED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82512" y="3264408"/>
            <a:ext cx="438912" cy="438912"/>
          </a:xfrm>
          <a:prstGeom prst="ellipse">
            <a:avLst/>
          </a:prstGeom>
          <a:solidFill>
            <a:srgbClr val="C8224F"/>
          </a:solidFill>
          <a:ln w="12700">
            <a:solidFill>
              <a:srgbClr val="C822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2644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32644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Vendor Portal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82512" y="37764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supervise everything; vendors list services, set pricing &amp; manage bookings.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Vivaha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tap to the big day — a seamless journey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19072" y="1600200"/>
            <a:ext cx="347472" cy="45720"/>
          </a:xfrm>
          <a:prstGeom prst="rect">
            <a:avLst/>
          </a:prstGeom>
          <a:solidFill>
            <a:srgbClr val="C8224F">
              <a:alpha val="60000"/>
            </a:srgbClr>
          </a:solidFill>
          <a:ln w="12700">
            <a:solidFill>
              <a:srgbClr val="C8224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280160"/>
            <a:ext cx="621792" cy="621792"/>
          </a:xfrm>
          <a:prstGeom prst="ellipse">
            <a:avLst/>
          </a:prstGeom>
          <a:solidFill>
            <a:srgbClr val="C8224F"/>
          </a:solidFill>
          <a:ln w="12700">
            <a:solidFill>
              <a:srgbClr val="C822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801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Open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45059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Vivaha and see the welcome screen with an auspicious Ganesh blessing.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347472" cy="45720"/>
          </a:xfrm>
          <a:prstGeom prst="rect">
            <a:avLst/>
          </a:prstGeom>
          <a:solidFill>
            <a:srgbClr val="C8224F">
              <a:alpha val="60000"/>
            </a:srgbClr>
          </a:solidFill>
          <a:ln w="12700">
            <a:solidFill>
              <a:srgbClr val="C8224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2304" y="1280160"/>
            <a:ext cx="621792" cy="621792"/>
          </a:xfrm>
          <a:prstGeom prst="ellipse">
            <a:avLst/>
          </a:prstGeom>
          <a:solidFill>
            <a:srgbClr val="C8224F"/>
          </a:solidFill>
          <a:ln w="12700">
            <a:solidFill>
              <a:srgbClr val="C82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12801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84832" y="201168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Role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84832" y="245059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from Bride, Groom, Vendor, Wedding Planner, or Admin.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57216" y="1600200"/>
            <a:ext cx="347472" cy="45720"/>
          </a:xfrm>
          <a:prstGeom prst="rect">
            <a:avLst/>
          </a:prstGeom>
          <a:solidFill>
            <a:srgbClr val="C8224F">
              <a:alpha val="60000"/>
            </a:srgbClr>
          </a:solidFill>
          <a:ln w="12700">
            <a:solidFill>
              <a:srgbClr val="C8224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51376" y="1280160"/>
            <a:ext cx="621792" cy="621792"/>
          </a:xfrm>
          <a:prstGeom prst="ellipse">
            <a:avLst/>
          </a:prstGeom>
          <a:solidFill>
            <a:srgbClr val="C8224F"/>
          </a:solidFill>
          <a:ln w="12700">
            <a:solidFill>
              <a:srgbClr val="C822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1376" y="12801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03904" y="201168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Securely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03904" y="245059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Mobile OTP or Google — quick and completely safe.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76288" y="1600200"/>
            <a:ext cx="347472" cy="45720"/>
          </a:xfrm>
          <a:prstGeom prst="rect">
            <a:avLst/>
          </a:prstGeom>
          <a:solidFill>
            <a:srgbClr val="C8224F">
              <a:alpha val="60000"/>
            </a:srgbClr>
          </a:solidFill>
          <a:ln w="12700">
            <a:solidFill>
              <a:srgbClr val="C8224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70448" y="1280160"/>
            <a:ext cx="621792" cy="621792"/>
          </a:xfrm>
          <a:prstGeom prst="ellipse">
            <a:avLst/>
          </a:prstGeom>
          <a:solidFill>
            <a:srgbClr val="C8224F"/>
          </a:solidFill>
          <a:ln w="12700">
            <a:solidFill>
              <a:srgbClr val="C822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448" y="12801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22976" y="201168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Profile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22976" y="245059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wedding date, venue, partner name and customise your experience.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89520" y="1280160"/>
            <a:ext cx="621792" cy="621792"/>
          </a:xfrm>
          <a:prstGeom prst="ellipse">
            <a:avLst/>
          </a:prstGeom>
          <a:solidFill>
            <a:srgbClr val="C8224F"/>
          </a:solidFill>
          <a:ln w="12700">
            <a:solidFill>
              <a:srgbClr val="C822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2801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42048" y="201168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Manage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42048" y="245059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dashboard — checklist, vendors, AI planner, and guest invites.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886200"/>
            <a:ext cx="8046720" cy="1005840"/>
          </a:xfrm>
          <a:prstGeom prst="rect">
            <a:avLst/>
          </a:prstGeom>
          <a:solidFill>
            <a:srgbClr val="8B1535"/>
          </a:solidFill>
          <a:ln w="12700">
            <a:solidFill>
              <a:srgbClr val="8B15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on the Platform?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42245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👰  Bride / Groom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wedding control — plan, track, invite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0" y="42245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Vendor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services, manage bookings &amp; reviews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42245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Admin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all users, vendors &amp; app settings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66560" y="42245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💌  Guest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6656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invite, RSVP, check hotel &amp; cab info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Vivaha</dc:title>
  <dc:subject>PptxGenJS Presentation</dc:subject>
  <dc:creator>PptxGenJS</dc:creator>
  <cp:lastModifiedBy>PptxGenJS</cp:lastModifiedBy>
  <cp:revision>1</cp:revision>
  <dcterms:created xsi:type="dcterms:W3CDTF">2026-03-08T20:35:23Z</dcterms:created>
  <dcterms:modified xsi:type="dcterms:W3CDTF">2026-03-08T20:35:23Z</dcterms:modified>
</cp:coreProperties>
</file>